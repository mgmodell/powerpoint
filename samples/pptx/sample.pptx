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Default ContentType="image/jpg" Extension="jpg"/>
  <Default ContentType="image/gif" Extension="gif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    
    <Relationship Id="rId8" Target="slides/slide3.xml" Type="http://schemas.openxmlformats.org/officeDocument/2006/relationships/slide"/>
  
    
    <Relationship Id="rId9" Target="slides/slide4.xml" Type="http://schemas.openxmlformats.org/officeDocument/2006/relationships/slide"/>
  
    
    <Relationship Id="rId10" Target="slides/slide5.xml" Type="http://schemas.openxmlformats.org/officeDocument/2006/relationships/slide"/>
  
    
    <Relationship Id="rId11" Target="slides/slide6.xml" Type="http://schemas.openxmlformats.org/officeDocument/2006/relationships/slide"/>
  
    
    <Relationship Id="rId12" Target="slides/slide7.xml" Type="http://schemas.openxmlformats.org/officeDocument/2006/relationships/slide"/>
  
    
    <Relationship Id="rId13" Target="slides/slide8.xml" Type="http://schemas.openxmlformats.org/officeDocument/2006/relationships/slide"/>
  
    
    <Relationship Id="rId14" Target="slides/slide9.xml" Type="http://schemas.openxmlformats.org/officeDocument/2006/relationships/slide"/>
  
    
    <Relationship Id="rId15" Target="slides/slide10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1.xml" Type="http://schemas.openxmlformats.org/officeDocument/2006/relationships/slideLayout"/>
</Relationships>
</file>

<file path=ppt/slides/_rels/slide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</Relationships>
</file>

<file path=ppt/slides/_rels/slide3.xml.rels><?xml version="1.0" encoding="UTF-8" standalone="yes"?>
<Relationships xmlns="http://schemas.openxmlformats.org/package/2006/relationships">
  <Relationship Id="rId1" Target="../slideLayouts/slideLayout3.xml" Type="http://schemas.openxmlformats.org/officeDocument/2006/relationships/slideLayout"/>
</Relationships>
</file>

<file path=ppt/slides/_rels/slide4.xml.rels><?xml version="1.0" encoding="UTF-8" standalone="yes"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sample_png.png" Type="http://schemas.openxmlformats.org/officeDocument/2006/relationships/image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 />
  <Relationship Id="rId2" Type="http://schemas.openxmlformats.org/officeDocument/2006/relationships/image" Target="../media/sample_png.png" />
</Relationships>
</file>

<file path=ppt/slides/_rels/slide6.xml.rels><?xml version="1.0" encoding="UTF-8" standalone="yes"?>
<Relationships xmlns="http://schemas.openxmlformats.org/package/2006/relationships">
  <Relationship Id="rId1" Target="../slideLayouts/slideLayout6.xml" Type="http://schemas.openxmlformats.org/officeDocument/2006/relationships/slideLayout"/>
  <Relationship Id="rId2" Target="../media/sample_png.png" Type="http://schemas.openxmlformats.org/officeDocument/2006/relationships/image"/>
</Relationships>
</file>

<file path=ppt/slides/_rels/slide7.xml.rels><?xml version="1.0" encoding="UTF-8" standalone="yes"?>
<Relationships xmlns="http://schemas.openxmlformats.org/package/2006/relationships">
  <Relationship Id="rId1" Target="../slideLayouts/slideLayout7.xml" Type="http://schemas.openxmlformats.org/officeDocument/2006/relationships/slideLayout"/>
  <Relationship Id="rId2" Target="../media/sample_png.png" Type="http://schemas.openxmlformats.org/officeDocument/2006/relationships/image"/>
</Relationships>
</file>

<file path=ppt/slides/_rels/slide8.xml.rels><?xml version="1.0" encoding="UTF-8" standalone="yes"?>
<Relationships xmlns="http://schemas.openxmlformats.org/package/2006/relationships">
  <Relationship Id="rId1" Target="../slideLayouts/slideLayout8.xml" Type="http://schemas.openxmlformats.org/officeDocument/2006/relationships/slideLayout"/>
  <Relationship Id="rId2" Target="../media/sample_jpg.jpg" Type="http://schemas.openxmlformats.org/officeDocument/2006/relationships/image"/>
</Relationships>
</file>

<file path=ppt/slides/_rels/slide9.xml.rels><?xml version="1.0" encoding="UTF-8" standalone="yes"?>
<Relationships xmlns="http://schemas.openxmlformats.org/package/2006/relationships">
  <Relationship Id="rId1" Target="../slideLayouts/slideLayout9.xml" Type="http://schemas.openxmlformats.org/officeDocument/2006/relationships/slideLayout"/>
  <Relationship Id="rId2" Target="../media/sample_gif.gif" Type="http://schemas.openxmlformats.org/officeDocument/2006/relationships/image"/>
</Relationships>
</file>

<file path=ppt/slides/_rels/slide10.xml.rels><?xml version="1.0" encoding="UTF-8" standalone="yes"?>
<Relationships xmlns="http://schemas.openxmlformats.org/package/2006/relationships">
  <Relationship Id="rId1" Target="../slideLayouts/slideLayout10.xml" Type="http://schemas.openxmlformats.org/officeDocument/2006/relationships/slideLayout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lang="en-US" smtClean="0"/>
              <a:t>Bicycle Of the Mind</a:t>
            </a:r>
            <a:endParaRPr dirty="0"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lang="en-US" smtClean="0"/>
              <a:t>created by Steve Jobs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081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Why Mac?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 smtClean="0"/>
              <a:t>Its cool!</a:t>
            </a:r>
          </a:p>
          <a:p>
            <a:r>
              <a:rPr dirty="0" lang="en-US" smtClean="0"/>
              <a:t>Its light!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Why Iphone?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 smtClean="0"/>
              <a:t>Its fast!</a:t>
            </a:r>
          </a:p>
          <a:p>
            <a:r>
              <a:rPr dirty="0" lang="en-US" smtClean="0"/>
              <a:t>Its cheap!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JPG Logo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1524000"/>
            <a:ext cx="355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Pic Split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Here is a string</a:t>
            </a:r>
          </a:p>
          <a:p>
            <a:r>
              <a:rPr lang="en-US" dirty="0" smtClean="0"/>
              <a:t>here is another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24000"/>
            <a:ext cx="355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PNG Logo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1524000"/>
            <a:ext cx="355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 Desc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762000"/>
            <a:ext cx="3556000" cy="266700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Here is a string</a:t>
            </a:r>
          </a:p>
          <a:p>
            <a:r>
              <a:rPr lang="en-US" dirty="0" smtClean="0"/>
              <a:t>here is another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JPG Logo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762000"/>
            <a:ext cx="4826000" cy="168910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descriptions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GIF Logo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" y="3356451"/>
            <a:ext cx="289560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Why Android?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 smtClean="0"/>
              <a:t>Its great!</a:t>
            </a:r>
          </a:p>
          <a:p>
            <a:r>
              <a:rPr dirty="0" lang="en-US" smtClean="0"/>
              <a:t>Its sweet!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Bicycle Of the Mind</vt:lpstr>
      <vt:lpstr>Why Mac?</vt:lpstr>
      <vt:lpstr>Why Iphone?</vt:lpstr>
      <vt:lpstr>JPG Logo</vt:lpstr>
      <vt:lpstr>Text Pic Split</vt:lpstr>
      <vt:lpstr>PNG Logo</vt:lpstr>
      <vt:lpstr>Pic Desc</vt:lpstr>
      <vt:lpstr>JPG Logo</vt:lpstr>
      <vt:lpstr>GIF Logo</vt:lpstr>
      <vt:lpstr>Why Android?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